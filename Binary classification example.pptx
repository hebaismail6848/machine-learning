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EF823-48A5-43FC-BE03-E79964288B41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436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00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6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82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200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44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57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74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691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1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37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04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aggle.com/shrutimechlearn/step-by-step-diabetes-classification-knn-detailed/noteboo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6F155-D9D8-4CE2-A5F4-B902FE968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2"/>
                </a:solidFill>
              </a:rPr>
              <a:t>Binary classification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10CC2-9348-4D1D-93B8-133210FC39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Diabetes Classification-KNN-detailed</a:t>
            </a:r>
          </a:p>
        </p:txBody>
      </p:sp>
    </p:spTree>
    <p:extLst>
      <p:ext uri="{BB962C8B-B14F-4D97-AF65-F5344CB8AC3E}">
        <p14:creationId xmlns:p14="http://schemas.microsoft.com/office/powerpoint/2010/main" val="208466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5790-4DCC-4BB3-8D1D-D76AC46D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10DC7-4255-4538-8ED9-9710EAC02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notebook to be summarized: </a:t>
            </a:r>
            <a:r>
              <a:rPr lang="en-US" dirty="0">
                <a:hlinkClick r:id="rId2"/>
              </a:rPr>
              <a:t>https://www.kaggle.com/shrutimechlearn/step-by-step-diabetes-classification-knn-detailed/notebook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This notebook uses </a:t>
            </a:r>
            <a:r>
              <a:rPr lang="en-US" dirty="0">
                <a:solidFill>
                  <a:schemeClr val="accent2"/>
                </a:solidFill>
              </a:rPr>
              <a:t>k-nearest neighbor</a:t>
            </a:r>
            <a:r>
              <a:rPr lang="en-US" dirty="0"/>
              <a:t> algorithm to classify Diabetes based on several medical predictors (number of Pregnancies, Glucose concentration, Blood Pressure, Skin Thickness, Insulin level, BMI, Diabetes Pedigree Function, Age)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dataset used consists of 768 cases and 8 features (independent) variables and one target (dependent) variable, Outcome for each case. Target has only 2 values 0 or 1, hence, </a:t>
            </a:r>
            <a:r>
              <a:rPr lang="en-US" b="1" dirty="0">
                <a:solidFill>
                  <a:schemeClr val="accent2"/>
                </a:solidFill>
              </a:rPr>
              <a:t>BINARY CLASSIFICATION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43FB0-6282-4DE0-BAEE-765C5B43D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499" y="4433163"/>
            <a:ext cx="9211961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388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8540-DB95-451F-AE6A-2DB4A6699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3386"/>
            <a:ext cx="10058400" cy="4741681"/>
          </a:xfrm>
        </p:spPr>
        <p:txBody>
          <a:bodyPr>
            <a:normAutofit lnSpcReduction="10000"/>
          </a:bodyPr>
          <a:lstStyle/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First, import the needed libraries (</a:t>
            </a:r>
            <a:r>
              <a:rPr lang="en-US" dirty="0" err="1"/>
              <a:t>numpy</a:t>
            </a:r>
            <a:r>
              <a:rPr lang="en-US" dirty="0"/>
              <a:t>, pandas, </a:t>
            </a:r>
            <a:r>
              <a:rPr lang="en-US" dirty="0" err="1"/>
              <a:t>matpoltlib</a:t>
            </a:r>
            <a:r>
              <a:rPr lang="en-US" dirty="0"/>
              <a:t>, seaborn) then load the dataset.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Then we inspect the data using statistical functions such as count, mean, standard deviation, minimum, 25%, 50%, and 75%, maximum of each feature. These are all are generated by the describe() method.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By inspecting data we found some features have a min value of 0 which makes no sense realistically (</a:t>
            </a:r>
            <a:r>
              <a:rPr lang="en-US" dirty="0" err="1"/>
              <a:t>eg</a:t>
            </a:r>
            <a:r>
              <a:rPr lang="en-US" dirty="0"/>
              <a:t>: blood pressure can’t be zero) so that means these are missing values and need to be replaced with suitable values.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The zero values are replaced by </a:t>
            </a:r>
            <a:r>
              <a:rPr lang="en-US" dirty="0" err="1"/>
              <a:t>NaN</a:t>
            </a:r>
            <a:r>
              <a:rPr lang="en-US" dirty="0"/>
              <a:t> and then filled with the mean or median of the column according to their distribution.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96EE5-AE07-44D2-8C04-DF8540E1BF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45"/>
          <a:stretch/>
        </p:blipFill>
        <p:spPr>
          <a:xfrm>
            <a:off x="1097280" y="3024899"/>
            <a:ext cx="10058400" cy="1648055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637B78-4CEF-4891-B26D-B06F0E27E272}"/>
              </a:ext>
            </a:extLst>
          </p:cNvPr>
          <p:cNvSpPr txBox="1"/>
          <p:nvPr/>
        </p:nvSpPr>
        <p:spPr>
          <a:xfrm>
            <a:off x="1097280" y="1027675"/>
            <a:ext cx="9762398" cy="7257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defTabSz="914400">
              <a:lnSpc>
                <a:spcPct val="85000"/>
              </a:lnSpc>
              <a:spcBef>
                <a:spcPct val="0"/>
              </a:spcBef>
              <a:buNone/>
              <a:defRPr sz="4800" spc="-50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Cleaning </a:t>
            </a:r>
          </a:p>
        </p:txBody>
      </p:sp>
    </p:spTree>
    <p:extLst>
      <p:ext uri="{BB962C8B-B14F-4D97-AF65-F5344CB8AC3E}">
        <p14:creationId xmlns:p14="http://schemas.microsoft.com/office/powerpoint/2010/main" val="1854621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0C2A9-7CDF-483E-B613-EC03FA6DB9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11014"/>
            <a:ext cx="10058400" cy="725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</a:pPr>
            <a:r>
              <a:rPr lang="en-US" dirty="0">
                <a:solidFill>
                  <a:schemeClr val="accent5"/>
                </a:solidFill>
              </a:rPr>
              <a:t>Data visualization and Preprocessing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BC00B6-3114-462A-883F-9959D3DE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>
            <a:normAutofit/>
          </a:bodyPr>
          <a:lstStyle/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Data type analysis: count plot of each data type 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Checking the balance of the data by plotting the count of outcomes by their value: we found that the data is unbalanced, </a:t>
            </a:r>
            <a:r>
              <a:rPr lang="en-US" b="1" dirty="0"/>
              <a:t>The number of non-diabetics is almost twice the number of diabetic patients.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Checking the correlation between the features and the target by plotting the heat map 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Scaling the data: because feature with greater range may overshadow or </a:t>
            </a:r>
            <a:r>
              <a:rPr lang="en-US" dirty="0" err="1"/>
              <a:t>dimenish</a:t>
            </a:r>
            <a:r>
              <a:rPr lang="en-US" dirty="0"/>
              <a:t> the smaller feature completely and this will impact the performance of all distance based model as it will give higher weightage to variables which have higher magnitude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58D0D3-0C6A-4E15-8E1B-68D55778F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344" y="4742083"/>
            <a:ext cx="8506412" cy="1423045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17488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D52C-2A16-4526-8206-9B7464E2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Model building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67DF97-6ABB-4EE2-A043-769AAFFAC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>
            <a:normAutofit/>
          </a:bodyPr>
          <a:lstStyle/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b="1" dirty="0"/>
              <a:t>Splitting the data to train and test sets using stratify parameter</a:t>
            </a:r>
            <a:r>
              <a:rPr lang="en-US" dirty="0"/>
              <a:t>: Stratify parameter makes a split so that the proportion of values in the sample produced will be the same as the proportion of values provided to parameter stratify. For example, if variable y is a binary categorical variable with values 0 and 1 and there are 25% of zeros and 75% of ones, stratify=y will make sure that your random split has 25% of 0's and 75% of 1’s.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Model training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Model testing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Result </a:t>
            </a:r>
            <a:r>
              <a:rPr lang="en-US" dirty="0" err="1"/>
              <a:t>Visualisation</a:t>
            </a:r>
            <a:r>
              <a:rPr lang="en-US" dirty="0"/>
              <a:t> to determine the best value of K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Performance evaluation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r>
              <a:rPr lang="en-US" dirty="0"/>
              <a:t>Hyperparameter optimization </a:t>
            </a:r>
          </a:p>
          <a:p>
            <a:pPr marL="274320" indent="-274320"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9055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180</TotalTime>
  <Words>452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</vt:lpstr>
      <vt:lpstr>Binary classification example</vt:lpstr>
      <vt:lpstr>Introduction </vt:lpstr>
      <vt:lpstr>PowerPoint Presentation</vt:lpstr>
      <vt:lpstr>Data visualization and Preprocessing </vt:lpstr>
      <vt:lpstr>Model building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classification example</dc:title>
  <dc:creator>Lenovo</dc:creator>
  <cp:lastModifiedBy>Lenovo</cp:lastModifiedBy>
  <cp:revision>1</cp:revision>
  <dcterms:created xsi:type="dcterms:W3CDTF">2021-10-02T22:31:29Z</dcterms:created>
  <dcterms:modified xsi:type="dcterms:W3CDTF">2021-10-03T01:32:08Z</dcterms:modified>
</cp:coreProperties>
</file>